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sldIdLst>
    <p:sldId id="295" r:id="rId2"/>
    <p:sldId id="294" r:id="rId3"/>
  </p:sldIdLst>
  <p:sldSz cx="9144000" cy="6858000" type="screen4x3"/>
  <p:notesSz cx="6797675" cy="9928225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8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65355A-067E-9B93-BCAA-127C486E0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D831E29-693C-152D-E9FA-C545E75D82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E51E70E-BE23-0FD2-98D7-C026F36827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CE9885-0CB7-1949-BFA2-80E04E0D2EC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05957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4BD5FD-0088-3A28-EF0C-699E013CA6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AB7419-B7AD-A7DE-3BE7-F817A777DA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956336B-E2B4-AE7B-517B-72713B3E12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13818D-96F3-F54F-AD2A-E4D9DE7AD2C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05696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4246DE-D10A-C230-0C7F-9BD0595200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65987E2-8140-2F0D-A6C4-B514706551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C79C4F-31F5-BB00-2ACE-649D676142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79C403-9E0C-BB4A-B343-198C6EF58E4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752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DFE315-4536-258F-EDC8-5C5C14337C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2E0C8A-8E8E-5DEC-A00D-B3C92F673E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8E36F2-C408-4291-76A5-2580DC661C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0B31AB-68CD-2543-A2EE-62ADF6BBA64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10283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1FE63B-A5E1-DD15-5635-8456CAC4D0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2263E6E-2EE8-9B50-2C68-8C0B91BE64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7BE7CEA-2B0D-5B96-6F21-40F6EFB12A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3CD273-307E-7749-93EF-603068134B2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66013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E6F324A-9859-8BC8-10C6-CF78ECC4DD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3EA8368-A194-5C22-4EB6-FA241EC24E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EF26678-6847-02CC-394A-F6C618A8DE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009840-88B9-934E-8554-EEC7E042567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9448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0C50FD1-7503-7EF4-7097-F90034B58D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D026947-696F-2E10-5AB6-70917B45B6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071F8C2-B087-C66A-0057-9B98AD1AFA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272AB3-F619-4D44-942E-8EDE6CC710E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126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991012-2D10-AC89-51D3-E8898A17B8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997758-1A07-0E33-1306-1055661A83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A63607-7E51-7F71-54AC-EF45835AA6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92F5B2-79AE-6743-B71B-241821263D5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07487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B746E0-61B0-2B4E-152F-3E2DF49933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8A3E03-4188-E362-8E13-5F72C2099A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2B5222-A011-3319-82BD-EBCF6D271F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FE45F-7EAC-C041-9B48-7A9B05C007E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09913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4E0566-82AE-AFB2-A5DD-26AF539E2B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C904EF-5DE9-BDD1-9A0C-3001C9CEEF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F16E52-9E92-7DBD-0220-CD79D40693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F4344D-8ED6-E04B-8A2F-AF93A5ABE94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55857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8BAABCE-308B-1E9B-2D64-DD6EA897E6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13355AF-2867-0BB6-B320-6196259828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CDC1CD-34F8-396A-2FC2-836E82A635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F3FAE9-52F8-DD44-B071-04ADBECCAB1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66790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1900EA9-4E3B-7425-CB72-0612A824C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4CD9078-A1E7-3667-CD9B-E2EC4AB12B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E98F2BC-0BB0-4ED2-90FD-000E5546D39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3511205-9F3E-4516-87C2-232958DF882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BB796DF-4FF3-4C2C-918A-C5F19A2DDAC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718FFA44-981A-674A-B415-3B89AA8479E6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Альбина\Desktop\юургу\Радионов\презентации\5.jpg">
            <a:extLst>
              <a:ext uri="{FF2B5EF4-FFF2-40B4-BE49-F238E27FC236}">
                <a16:creationId xmlns:a16="http://schemas.microsoft.com/office/drawing/2014/main" id="{B49A2CCF-DBC7-F401-9EAA-20CC12A59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9144000" cy="684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Прямоугольник 13">
            <a:extLst>
              <a:ext uri="{FF2B5EF4-FFF2-40B4-BE49-F238E27FC236}">
                <a16:creationId xmlns:a16="http://schemas.microsoft.com/office/drawing/2014/main" id="{49DCBBCA-2252-204F-FE5E-F8A4C69D0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33600"/>
            <a:ext cx="9144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3600" b="1">
                <a:cs typeface="Arial" panose="020B0604020202020204" pitchFamily="34" charset="0"/>
              </a:rPr>
              <a:t>НАЗВАНИЕ ДОКЛАДА</a:t>
            </a:r>
            <a:r>
              <a:rPr lang="en-US" altLang="ru-RU" sz="3600" b="1">
                <a:cs typeface="Arial" panose="020B0604020202020204" pitchFamily="34" charset="0"/>
              </a:rPr>
              <a:t> /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ru-RU" sz="3600" b="1">
                <a:cs typeface="Arial" panose="020B0604020202020204" pitchFamily="34" charset="0"/>
              </a:rPr>
              <a:t>TITLE OF THE REPORT</a:t>
            </a:r>
            <a:endParaRPr lang="ru-RU" altLang="ru-RU" sz="3600" b="1">
              <a:cs typeface="Arial" panose="020B0604020202020204" pitchFamily="34" charset="0"/>
            </a:endParaRPr>
          </a:p>
        </p:txBody>
      </p:sp>
      <p:sp>
        <p:nvSpPr>
          <p:cNvPr id="2052" name="Прямоугольник 13">
            <a:extLst>
              <a:ext uri="{FF2B5EF4-FFF2-40B4-BE49-F238E27FC236}">
                <a16:creationId xmlns:a16="http://schemas.microsoft.com/office/drawing/2014/main" id="{5E088A45-2B5A-7172-9054-CDC1AD733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398838"/>
            <a:ext cx="439261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2400">
                <a:cs typeface="Arial" panose="020B0604020202020204" pitchFamily="34" charset="0"/>
              </a:rPr>
              <a:t>ФИО докладчика</a:t>
            </a:r>
            <a:r>
              <a:rPr lang="en-US" altLang="ru-RU" sz="2400">
                <a:cs typeface="Arial" panose="020B0604020202020204" pitchFamily="34" charset="0"/>
              </a:rPr>
              <a:t> /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ru-RU" sz="2400">
                <a:cs typeface="Arial" panose="020B0604020202020204" pitchFamily="34" charset="0"/>
              </a:rPr>
              <a:t>Name of Speaker</a:t>
            </a:r>
            <a:endParaRPr lang="ru-RU" altLang="ru-RU" sz="24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Рисунок 2">
            <a:extLst>
              <a:ext uri="{FF2B5EF4-FFF2-40B4-BE49-F238E27FC236}">
                <a16:creationId xmlns:a16="http://schemas.microsoft.com/office/drawing/2014/main" id="{A8FAB954-4358-C272-C7DB-1C1F949C5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9144000" cy="684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Прямоугольник 3">
            <a:extLst>
              <a:ext uri="{FF2B5EF4-FFF2-40B4-BE49-F238E27FC236}">
                <a16:creationId xmlns:a16="http://schemas.microsoft.com/office/drawing/2014/main" id="{9A10A06A-998B-E82F-21C5-EFA9BD9ED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65125"/>
            <a:ext cx="6985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cs typeface="Arial" panose="020B0604020202020204" pitchFamily="34" charset="0"/>
              </a:rPr>
              <a:t>Заголовок слайда</a:t>
            </a:r>
            <a:r>
              <a:rPr lang="en-US" altLang="ru-RU" sz="1800">
                <a:cs typeface="Arial" panose="020B0604020202020204" pitchFamily="34" charset="0"/>
              </a:rPr>
              <a:t> / Slide title</a:t>
            </a:r>
            <a:endParaRPr lang="ru-RU" altLang="ru-RU" sz="1800">
              <a:cs typeface="Arial" panose="020B0604020202020204" pitchFamily="34" charset="0"/>
            </a:endParaRPr>
          </a:p>
        </p:txBody>
      </p:sp>
      <p:sp>
        <p:nvSpPr>
          <p:cNvPr id="3076" name="Text Box 138">
            <a:extLst>
              <a:ext uri="{FF2B5EF4-FFF2-40B4-BE49-F238E27FC236}">
                <a16:creationId xmlns:a16="http://schemas.microsoft.com/office/drawing/2014/main" id="{56890E9D-F904-2865-EEA9-09FA67D03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" y="2870200"/>
            <a:ext cx="912495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3090" tIns="91545" rIns="183090" bIns="91545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en-US" sz="2600" i="1" baseline="30000">
                <a:solidFill>
                  <a:srgbClr val="FF0000"/>
                </a:solidFill>
                <a:cs typeface="Arial" panose="020B0604020202020204" pitchFamily="34" charset="0"/>
              </a:rPr>
              <a:t>Уважаемые участники конференции!</a:t>
            </a:r>
          </a:p>
          <a:p>
            <a:pPr>
              <a:spcBef>
                <a:spcPct val="0"/>
              </a:spcBef>
              <a:buFontTx/>
              <a:buNone/>
            </a:pPr>
            <a:endParaRPr lang="ru-RU" altLang="en-US" sz="2600" i="1" baseline="3000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ru-RU" altLang="en-US" sz="2600" i="1" baseline="30000">
                <a:solidFill>
                  <a:srgbClr val="FF0000"/>
                </a:solidFill>
                <a:cs typeface="Arial" panose="020B0604020202020204" pitchFamily="34" charset="0"/>
              </a:rPr>
              <a:t>Объем презентации не должен превышать 10 страниц.</a:t>
            </a:r>
            <a:endParaRPr lang="en-US" altLang="en-US" sz="260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997</TotalTime>
  <Words>30</Words>
  <Application>Microsoft Macintosh PowerPoint</Application>
  <PresentationFormat>Экран (4:3)</PresentationFormat>
  <Paragraphs>8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Calibri</vt:lpstr>
      <vt:lpstr>Оформление по умолчанию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PC</dc:creator>
  <cp:lastModifiedBy>Князев Арсений Михайлович</cp:lastModifiedBy>
  <cp:revision>99</cp:revision>
  <cp:lastPrinted>2017-05-23T11:47:05Z</cp:lastPrinted>
  <dcterms:created xsi:type="dcterms:W3CDTF">2016-06-20T09:35:04Z</dcterms:created>
  <dcterms:modified xsi:type="dcterms:W3CDTF">2026-05-21T08:38:58Z</dcterms:modified>
</cp:coreProperties>
</file>